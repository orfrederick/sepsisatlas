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2-DAY HACKATHON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Sepsis Atlas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evidence database for sepsis research, with per-row bbox anchors.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cohorts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2,394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3504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Bierbyte</a:t>
            </a:r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Frederick Ortmanns   · 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Sepsis is severe. The research is scattered.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is a leading global cause of ICU mortality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research, thousands of papers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buried in tables, figures, supplements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pooling is slow and hard to audit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piece comes from.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Schema-guided extraction — document → 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1772" y="214884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" y="2148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6364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+ verified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6604" y="214884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6604" y="2148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11196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11196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1196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· bbox · verbatim quote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1436" y="214884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1436" y="2148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96028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96028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6028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from an LLM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6268" y="214884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6268" y="2148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80860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8086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086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thereafter are free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never computes a number. LLM never cites a source it didn't see.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— ingest once, query freely.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0644" y="1783080"/>
            <a:ext cx="5733288" cy="1965960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5" name="Shape 3"/>
          <p:cNvSpPr/>
          <p:nvPr/>
        </p:nvSpPr>
        <p:spPr>
          <a:xfrm>
            <a:off x="6204204" y="1783080"/>
            <a:ext cx="2359152" cy="1965960"/>
          </a:xfrm>
          <a:prstGeom prst="rect">
            <a:avLst/>
          </a:prstGeom>
          <a:solidFill>
            <a:srgbClr val="E0F2EF"/>
          </a:solidFill>
          <a:ln/>
        </p:spPr>
      </p:sp>
      <p:sp>
        <p:nvSpPr>
          <p:cNvPr id="6" name="Text 4"/>
          <p:cNvSpPr/>
          <p:nvPr/>
        </p:nvSpPr>
        <p:spPr>
          <a:xfrm>
            <a:off x="580644" y="182880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 ·  ONCE PER 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04204" y="18288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·  ONCE PER QUESTION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230428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82496" y="23591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2084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42516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57984" y="230428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215798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42516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07208" y="23591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96796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· multilingual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67228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230428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67228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23591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921508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91940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230428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91940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56632" y="23591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046220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Haiku judge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6652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230428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6652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70932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41364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230428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656832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41364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06056" y="23591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295644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+ 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66076" y="2194560"/>
            <a:ext cx="960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81544" y="230428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778154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466076" y="26700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20356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PDF.js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59068" y="1920240"/>
            <a:ext cx="0" cy="169164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030468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paper is in the DB, queries are free — no LLM at runtime unless you want NL parsing.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4533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Bbox-per-token parsing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01368"/>
            <a:ext cx="7726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JSON, per-token bboxes — any extracted span maps to (page, bbox).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Two-pass LLM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7726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cohorts, pass 2 predictors. Multilingual native.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7063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anchor resolution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7726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search of the LLM's quote against parsed JSON. No fabricated pages.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verifier (regex + LLM judge)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94176"/>
            <a:ext cx="7726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regex on numerics; tier 2 Haiku-4.5 judges with the FULL parsed paper as grounding.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Random-effects pooling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325112"/>
            <a:ext cx="7726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DerSimonian-Laird via statsmodels — pooled CI, I².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cell links to its bbox in the source PDF.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table — verifier badges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3840480" cy="384048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0.74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67712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2677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578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2.3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51760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51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962656"/>
            <a:ext cx="3840480" cy="384048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62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9626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0.68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3035808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0358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3467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33467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0.72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419856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4198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730752"/>
            <a:ext cx="3840480" cy="384048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30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7307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0.62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3803904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B9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8039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691640"/>
            <a:ext cx="3749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 · page 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2194560"/>
            <a:ext cx="310896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2441448"/>
            <a:ext cx="274320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66360" y="2688336"/>
            <a:ext cx="292608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4" name="Shape 32"/>
          <p:cNvSpPr/>
          <p:nvPr/>
        </p:nvSpPr>
        <p:spPr>
          <a:xfrm>
            <a:off x="5166360" y="2935224"/>
            <a:ext cx="310896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5" name="Shape 33"/>
          <p:cNvSpPr/>
          <p:nvPr/>
        </p:nvSpPr>
        <p:spPr>
          <a:xfrm>
            <a:off x="5166360" y="3429000"/>
            <a:ext cx="292608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6" name="Shape 34"/>
          <p:cNvSpPr/>
          <p:nvPr/>
        </p:nvSpPr>
        <p:spPr>
          <a:xfrm>
            <a:off x="5166360" y="3675888"/>
            <a:ext cx="310896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7" name="Shape 35"/>
          <p:cNvSpPr/>
          <p:nvPr/>
        </p:nvSpPr>
        <p:spPr>
          <a:xfrm>
            <a:off x="5166360" y="3922776"/>
            <a:ext cx="274320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8" name="Shape 36"/>
          <p:cNvSpPr/>
          <p:nvPr/>
        </p:nvSpPr>
        <p:spPr>
          <a:xfrm>
            <a:off x="5166360" y="4169664"/>
            <a:ext cx="2926080" cy="54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0" y="3108960"/>
            <a:ext cx="2377440" cy="201168"/>
          </a:xfrm>
          <a:prstGeom prst="rect">
            <a:avLst/>
          </a:prstGeom>
          <a:solidFill>
            <a:srgbClr val="FDE68A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0.74 (95% CI 0.71–0.77)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JURY'S 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satisfy each criterion.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TOLERANCE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14996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Separation Rule + two-tier verifier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PER NUMBER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0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· bbox · verbatim span on every 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EXTRACTION &amp; VERIFICATION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22128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extracts; Haiku judges with the full paper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REPRODUCIBLE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0" y="25694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anchor resolver — same input → same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SEMANTIC ALIGNMENT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0" y="2926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+ cohort cross-check (no “right number, wrong cohort”)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00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WORKFLOW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3282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cell → exact bbox in the source PDF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PAPERS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0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LLM — no separate translation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822960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SCOPE   </a:t>
            </a:r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baseline demonstrated   ·   UC3 — supported by schema   ·   UC2 — architecture generalises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GENERALISES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API-first, everything else swappable.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12573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API-first, frontend-agnostic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exposes the database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any frontend: Astro, OpenWebUI, dashboard, CLI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stays stable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402336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91640"/>
            <a:ext cx="54864" cy="12573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is optional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 raw filters, fuzzy match, or NL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LLM does NL → JSON when wanted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can run fully offline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31820"/>
            <a:ext cx="402336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31820"/>
            <a:ext cx="54864" cy="12573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781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Model-agnostic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63474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is the contract, not the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Sonnet for GPT, Haiku for any judge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Re-extract one column at a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131820"/>
            <a:ext cx="402336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131820"/>
            <a:ext cx="54864" cy="12573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2781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 preprocessing 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63474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once per paper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thereafter are essentially free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4 held-out papers (Gai, Seymour, Wang, Zhang)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once at extract. Reuse forever.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Bierbyte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Sepsis Atlas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Sepsis Atlas</dc:title>
  <dc:subject>PptxGenJS Presentation</dc:subject>
  <dc:creator>Team Bierbyte · Frederick Ortmanns</dc:creator>
  <cp:lastModifiedBy>Team Bierbyte · Frederick Ortmanns</cp:lastModifiedBy>
  <cp:revision>1</cp:revision>
  <dcterms:created xsi:type="dcterms:W3CDTF">2026-05-08T09:02:32Z</dcterms:created>
  <dcterms:modified xsi:type="dcterms:W3CDTF">2026-05-08T09:02:32Z</dcterms:modified>
</cp:coreProperties>
</file>